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4" r:id="rId4"/>
    <p:sldId id="265" r:id="rId5"/>
    <p:sldId id="266" r:id="rId6"/>
    <p:sldId id="263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40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86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53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486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0776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693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029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85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212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27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8323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2358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6483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353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763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22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E3E07-FC46-4EEF-9FBF-6FB1129BA68D}" type="datetimeFigureOut">
              <a:rPr lang="pt-BR" smtClean="0"/>
              <a:t>29/11/2023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F1124C6-20B9-4CC5-8D67-3FC370EA24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12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2D5B2-9EDF-CFE2-A483-D422372431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i="0" dirty="0">
                <a:effectLst/>
              </a:rPr>
              <a:t>Sistema de Automatização para horta medicinal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DB55C6-803A-FB59-F063-F48005F747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0" i="0" dirty="0">
                <a:solidFill>
                  <a:schemeClr val="tx1"/>
                </a:solidFill>
                <a:effectLst/>
              </a:rPr>
              <a:t>Projeto Integrador</a:t>
            </a:r>
          </a:p>
          <a:p>
            <a:r>
              <a:rPr lang="pt-BR" dirty="0">
                <a:solidFill>
                  <a:schemeClr val="tx1"/>
                </a:solidFill>
              </a:rPr>
              <a:t>João </a:t>
            </a:r>
            <a:r>
              <a:rPr lang="pt-BR">
                <a:solidFill>
                  <a:schemeClr val="tx1"/>
                </a:solidFill>
              </a:rPr>
              <a:t>Victor Pavan, </a:t>
            </a:r>
            <a:r>
              <a:rPr lang="pt-BR" dirty="0">
                <a:solidFill>
                  <a:schemeClr val="tx1"/>
                </a:solidFill>
              </a:rPr>
              <a:t>Nélio Pagani, Lucas Porto </a:t>
            </a:r>
          </a:p>
        </p:txBody>
      </p:sp>
    </p:spTree>
    <p:extLst>
      <p:ext uri="{BB962C8B-B14F-4D97-AF65-F5344CB8AC3E}">
        <p14:creationId xmlns:p14="http://schemas.microsoft.com/office/powerpoint/2010/main" val="361637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E7F78-6ACA-E0CE-1CA1-0C2EDA55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3B8293-8703-70EC-5874-2F930B233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b="0" i="0" dirty="0">
                <a:solidFill>
                  <a:srgbClr val="191818"/>
                </a:solidFill>
                <a:effectLst/>
              </a:rPr>
              <a:t>	O sistema de automatização para horta medicinal propõe tornar mais conveniente e eficiente o cultivo de plantas com a criação de um sistema que não apenas monitora as condições das plantas, mas também automatiza o processo de irrigação.</a:t>
            </a:r>
          </a:p>
          <a:p>
            <a:pPr marL="0" indent="0" algn="just">
              <a:buNone/>
            </a:pPr>
            <a:r>
              <a:rPr lang="pt-BR" dirty="0">
                <a:solidFill>
                  <a:srgbClr val="191818"/>
                </a:solidFill>
              </a:rPr>
              <a:t>	O projeto tem a finalidade de cumprir as tarefas de controle de uma horta possibilitando: a visualização das condições da planta tanto em tempo real quanto ao longo de um período e, além disso, a facilitação permitindo o acionamento manual ou automático  de forma remota da irrigação.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0007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013DF-D149-79E8-449C-04AD98D8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005E71-11A0-FDCC-31DE-4EEFEE196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853" y="1930400"/>
            <a:ext cx="8596668" cy="4110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ESP8266</a:t>
            </a:r>
          </a:p>
          <a:p>
            <a:pPr marL="457200" lvl="1" indent="0">
              <a:buNone/>
            </a:pPr>
            <a:r>
              <a:rPr lang="pt-BR" sz="2000" b="0" i="0" dirty="0">
                <a:solidFill>
                  <a:srgbClr val="191818"/>
                </a:solidFill>
                <a:effectLst/>
              </a:rPr>
              <a:t>Central de controle do circuito, ele que permite a conexão com o aplicativo e os outros componentes.</a:t>
            </a:r>
          </a:p>
          <a:p>
            <a:pPr lvl="1"/>
            <a:endParaRPr lang="pt-BR" b="0" i="0" dirty="0">
              <a:solidFill>
                <a:srgbClr val="191818"/>
              </a:solidFill>
              <a:effectLst/>
            </a:endParaRPr>
          </a:p>
        </p:txBody>
      </p:sp>
      <p:pic>
        <p:nvPicPr>
          <p:cNvPr id="4" name="image3.jpeg" descr="Tela de um aparelho celular  Descrição gerada automaticamente com confiança média">
            <a:extLst>
              <a:ext uri="{FF2B5EF4-FFF2-40B4-BE49-F238E27FC236}">
                <a16:creationId xmlns:a16="http://schemas.microsoft.com/office/drawing/2014/main" id="{24381EBF-9E9A-EE38-C3A7-D7EBC72C9ED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8615" y="3168597"/>
            <a:ext cx="5063143" cy="287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7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013DF-D149-79E8-449C-04AD98D8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005E71-11A0-FDCC-31DE-4EEFEE196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991" y="1930400"/>
            <a:ext cx="4185677" cy="4110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/>
              <a:t>DHT11</a:t>
            </a:r>
          </a:p>
          <a:p>
            <a:pPr marL="457200" lvl="1" indent="0">
              <a:buNone/>
            </a:pPr>
            <a:r>
              <a:rPr lang="pt-BR" sz="2000" dirty="0">
                <a:solidFill>
                  <a:srgbClr val="191818"/>
                </a:solidFill>
              </a:rPr>
              <a:t>Sensor de temperatura e umidade de ar</a:t>
            </a:r>
          </a:p>
          <a:p>
            <a:pPr lvl="1"/>
            <a:endParaRPr lang="pt-BR" b="0" i="0" dirty="0">
              <a:solidFill>
                <a:srgbClr val="191818"/>
              </a:solidFill>
              <a:effectLst/>
            </a:endParaRPr>
          </a:p>
        </p:txBody>
      </p:sp>
      <p:pic>
        <p:nvPicPr>
          <p:cNvPr id="5" name="image5.jpeg" descr="Uma imagem contendo lego  Descrição gerada automaticamente">
            <a:extLst>
              <a:ext uri="{FF2B5EF4-FFF2-40B4-BE49-F238E27FC236}">
                <a16:creationId xmlns:a16="http://schemas.microsoft.com/office/drawing/2014/main" id="{82A454F1-B52B-B49F-F1A1-9EEAB082AD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0060" y="3155176"/>
            <a:ext cx="3187470" cy="3093223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4F4F28E2-7082-26C7-4D56-51E1008872D5}"/>
              </a:ext>
            </a:extLst>
          </p:cNvPr>
          <p:cNvSpPr txBox="1">
            <a:spLocks/>
          </p:cNvSpPr>
          <p:nvPr/>
        </p:nvSpPr>
        <p:spPr>
          <a:xfrm>
            <a:off x="4975669" y="1930400"/>
            <a:ext cx="4185678" cy="4110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pt-BR" sz="2000" b="1" dirty="0"/>
              <a:t>MHSensor</a:t>
            </a:r>
          </a:p>
          <a:p>
            <a:pPr marL="457200" lvl="1" indent="0">
              <a:buFont typeface="Wingdings 3" charset="2"/>
              <a:buNone/>
            </a:pPr>
            <a:r>
              <a:rPr lang="pt-BR" sz="2000" dirty="0">
                <a:solidFill>
                  <a:srgbClr val="191818"/>
                </a:solidFill>
              </a:rPr>
              <a:t>Sensor de temperatura e umidade de ar</a:t>
            </a:r>
          </a:p>
          <a:p>
            <a:pPr lvl="1"/>
            <a:endParaRPr lang="pt-BR" dirty="0">
              <a:solidFill>
                <a:srgbClr val="191818"/>
              </a:solidFill>
            </a:endParaRPr>
          </a:p>
        </p:txBody>
      </p:sp>
      <p:pic>
        <p:nvPicPr>
          <p:cNvPr id="7" name="image6.jpeg" descr="Tela de celular com texto preto sobre fundo branco  Descrição gerada automaticamente com confiança média">
            <a:extLst>
              <a:ext uri="{FF2B5EF4-FFF2-40B4-BE49-F238E27FC236}">
                <a16:creationId xmlns:a16="http://schemas.microsoft.com/office/drawing/2014/main" id="{99E3DFF8-B4F0-199F-E0CA-A5BEB7559A5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0" y="3155177"/>
            <a:ext cx="2774290" cy="309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6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013DF-D149-79E8-449C-04AD98D8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005E71-11A0-FDCC-31DE-4EEFEE196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49" y="1930401"/>
            <a:ext cx="4209691" cy="4110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dirty="0">
                <a:solidFill>
                  <a:srgbClr val="191818"/>
                </a:solidFill>
              </a:rPr>
              <a:t>Bomba d’água</a:t>
            </a:r>
            <a:endParaRPr lang="pt-BR" sz="2000" b="1" dirty="0"/>
          </a:p>
          <a:p>
            <a:pPr marL="457200" lvl="1" indent="0">
              <a:buNone/>
            </a:pPr>
            <a:r>
              <a:rPr lang="pt-BR" sz="2000" dirty="0">
                <a:solidFill>
                  <a:srgbClr val="191818"/>
                </a:solidFill>
              </a:rPr>
              <a:t>Responsável pela irrigação</a:t>
            </a:r>
          </a:p>
          <a:p>
            <a:pPr lvl="1"/>
            <a:endParaRPr lang="pt-BR" b="0" i="0" dirty="0">
              <a:solidFill>
                <a:srgbClr val="191818"/>
              </a:solidFill>
              <a:effectLst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E18027-6B46-A29D-678E-F250974E4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840" y="2655655"/>
            <a:ext cx="3385708" cy="338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B1C9E1A-A0DB-8BBB-B17D-63E8C3EFDFAB}"/>
              </a:ext>
            </a:extLst>
          </p:cNvPr>
          <p:cNvSpPr txBox="1">
            <a:spLocks/>
          </p:cNvSpPr>
          <p:nvPr/>
        </p:nvSpPr>
        <p:spPr>
          <a:xfrm>
            <a:off x="677334" y="1930401"/>
            <a:ext cx="4498514" cy="4110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pt-BR" sz="2000" b="1" dirty="0">
                <a:solidFill>
                  <a:srgbClr val="191818"/>
                </a:solidFill>
              </a:rPr>
              <a:t>Relé </a:t>
            </a:r>
          </a:p>
          <a:p>
            <a:pPr marL="0" indent="0">
              <a:buFont typeface="Wingdings 3" charset="2"/>
              <a:buNone/>
            </a:pPr>
            <a:r>
              <a:rPr lang="pt-BR" sz="2000" dirty="0">
                <a:solidFill>
                  <a:srgbClr val="191818"/>
                </a:solidFill>
              </a:rPr>
              <a:t>	Responsável pela irrigação</a:t>
            </a:r>
          </a:p>
          <a:p>
            <a:pPr lvl="1"/>
            <a:endParaRPr lang="pt-BR" dirty="0">
              <a:solidFill>
                <a:srgbClr val="191818"/>
              </a:solidFill>
            </a:endParaRPr>
          </a:p>
        </p:txBody>
      </p:sp>
      <p:pic>
        <p:nvPicPr>
          <p:cNvPr id="7" name="image4.jpeg" descr="Circuito eletrônico com fios  Descrição gerada automaticamente com confiança média">
            <a:extLst>
              <a:ext uri="{FF2B5EF4-FFF2-40B4-BE49-F238E27FC236}">
                <a16:creationId xmlns:a16="http://schemas.microsoft.com/office/drawing/2014/main" id="{95822590-F860-E3CA-EC0B-598189AFB36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41125" y="2973530"/>
            <a:ext cx="3130669" cy="285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1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EF2ED-D9F6-1F1F-BE04-D3D20A30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Comunicação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4217A0-3770-9732-3F3C-07891B3BC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7894"/>
            <a:ext cx="8596668" cy="3880773"/>
          </a:xfrm>
        </p:spPr>
        <p:txBody>
          <a:bodyPr/>
          <a:lstStyle/>
          <a:p>
            <a:pPr marL="0" indent="0" algn="just">
              <a:buNone/>
            </a:pPr>
            <a:r>
              <a:rPr lang="pt-BR" dirty="0"/>
              <a:t>	O sensores coletam os dados da horta, estes são enviados para o ESP8266 que se comunica via WiFi com do aplicativo. Além disso, o aplicativo envia os dados para o ESP8266 de como será feita a irrigação, ao receber o sinal de iniciar a irrigação o ESP8266 liga o relé, que consequentemente liga a bomba d’água.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 descr="Uma imagem contendo eletrônico, macaco, geladeira, lado&#10;&#10;Descrição gerada automaticamente">
            <a:extLst>
              <a:ext uri="{FF2B5EF4-FFF2-40B4-BE49-F238E27FC236}">
                <a16:creationId xmlns:a16="http://schemas.microsoft.com/office/drawing/2014/main" id="{06DC0A14-88F5-C335-DE84-8FB2788B09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534" y="3058694"/>
            <a:ext cx="5944268" cy="29258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555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19806-2A73-A50E-A8D7-24E29AF1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Aplicativo</a:t>
            </a:r>
          </a:p>
        </p:txBody>
      </p:sp>
      <p:pic>
        <p:nvPicPr>
          <p:cNvPr id="4" name="Imagem 3" descr="Interface gráfica do usuário&#10;&#10;Descrição gerada automaticamente">
            <a:extLst>
              <a:ext uri="{FF2B5EF4-FFF2-40B4-BE49-F238E27FC236}">
                <a16:creationId xmlns:a16="http://schemas.microsoft.com/office/drawing/2014/main" id="{26ED87F3-8B85-09F7-0007-9461297400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807" y="1488613"/>
            <a:ext cx="8352386" cy="4983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805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97E74-D321-1C8F-1CFC-D7956E7D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65EDD7-8AFB-EBF5-BC8B-0DBE8C972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34" y="1608881"/>
            <a:ext cx="8596668" cy="3880773"/>
          </a:xfrm>
        </p:spPr>
        <p:txBody>
          <a:bodyPr/>
          <a:lstStyle/>
          <a:p>
            <a:r>
              <a:rPr lang="pt-BR" dirty="0"/>
              <a:t>Bibliotecas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Configuração </a:t>
            </a:r>
            <a:r>
              <a:rPr lang="pt-BR" dirty="0" err="1"/>
              <a:t>Blynk</a:t>
            </a:r>
            <a:endParaRPr lang="pt-BR" dirty="0"/>
          </a:p>
          <a:p>
            <a:endParaRPr lang="pt-BR" dirty="0"/>
          </a:p>
          <a:p>
            <a:pPr lvl="1"/>
            <a:endParaRPr lang="pt-B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0081BE9-8EF3-E6BD-F096-F30774F44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434" y="4277927"/>
            <a:ext cx="4643512" cy="97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98B6932-41D1-C215-B098-260FAE1EF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434" y="2124440"/>
            <a:ext cx="4279730" cy="117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189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97E74-D321-1C8F-1CFC-D7956E7D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65EDD7-8AFB-EBF5-BC8B-0DBE8C972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5893"/>
            <a:ext cx="8596668" cy="3880773"/>
          </a:xfrm>
        </p:spPr>
        <p:txBody>
          <a:bodyPr/>
          <a:lstStyle/>
          <a:p>
            <a:r>
              <a:rPr lang="pt-BR" dirty="0"/>
              <a:t>Controle Irrigação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endParaRPr lang="pt-B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B29A74-FB24-4978-2521-326AD3915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2543176"/>
            <a:ext cx="9675706" cy="3020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5244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209</TotalTime>
  <Words>232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Facetado</vt:lpstr>
      <vt:lpstr>Sistema de Automatização para horta medicinal</vt:lpstr>
      <vt:lpstr>Introdução</vt:lpstr>
      <vt:lpstr>Componentes</vt:lpstr>
      <vt:lpstr>Componentes</vt:lpstr>
      <vt:lpstr>Componentes</vt:lpstr>
      <vt:lpstr>Comunicação</vt:lpstr>
      <vt:lpstr>Aplicativo</vt:lpstr>
      <vt:lpstr>Código</vt:lpstr>
      <vt:lpstr>Código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Automatização para horta medicinal</dc:title>
  <dc:creator>João Victor Pavan Silveira JVPS</dc:creator>
  <cp:lastModifiedBy>João Victor Pavan Silveira JVPS</cp:lastModifiedBy>
  <cp:revision>4</cp:revision>
  <dcterms:created xsi:type="dcterms:W3CDTF">2023-11-24T16:43:31Z</dcterms:created>
  <dcterms:modified xsi:type="dcterms:W3CDTF">2023-11-30T01:13:30Z</dcterms:modified>
</cp:coreProperties>
</file>